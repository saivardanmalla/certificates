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FUTURE-READY AI ENGINEER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Skills Roadmap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• Orchestration • RAG &amp; Vector Databases • Production Deployment • Ownership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fully free curriculum for building real AI products — curated and referenced by Sai.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5 Skills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cover the full lifecycle of a real AI product — from proving it works, to structuring it, to grounding it in data, to shipping it, to being the person it depends 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20240" cy="393192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quality, catch regressions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1920240"/>
            <a:ext cx="1920240" cy="393192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4290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models, tools, agents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1920240" cy="393192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Vector DBs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4290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real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5160" y="1920240"/>
            <a:ext cx="1920240" cy="393192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Deployment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4290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reliably, keep it running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0" y="1920240"/>
            <a:ext cx="1920240" cy="393192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4290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one it depends 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whether your AI product actually works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turn "it feels better" into a measurable, repeatable check. Before shipping any agent or prompt change, you need a way to score outputs against real failure modes.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841248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walls. No paid tiers.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508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Product Needs Evals — Hamel Husain (start here)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92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hamel.dev/blog/posts/evals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560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651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free notes on LLM evals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035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hamel.dev/notes/llm/evals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03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794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course: Evaluating AI Agents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4178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deeplearning.ai/courses/evaluating-ai-agents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846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772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77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937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open-source evals framework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5321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github.com/openai/evals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models, tools, and agents into reliable systems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is the discipline of coordinating multiple LLM calls, tools, and agents so a workflow completes reliably — not just once, but every time.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841248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walls. No paid tiers.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508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Effective AI Agents — Anthropic (read before coding)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92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anthropic.com/engineering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560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651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for every agent pattern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035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github.com/anthropics/anthropic-cookbook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03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794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course: Intro to LangGraph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4178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academy.langchain.com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846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772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77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937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freeCodeCamp: LangGraph course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5321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freecodecamp.org/news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Vector DBs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model outputs in your own data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connects a model to a live knowledge base through embeddings and a vector store, so answers stay accurate, current, and source-backed.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841248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walls. No paid tiers.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508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RAG course — The AI Engineer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92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theaiengineer.substack.com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560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651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Learn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035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pinecone.io/learn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03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794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4178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docs.langchain.com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846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772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77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937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vector database course list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5321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classcentral.com/report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AI system out of the notebook and into the world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means packaging your app, automating the release, and hosting it somewhere reliable — the gap between a working prototype and a real product.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841248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walls. No paid tiers.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508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getting started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92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docs.docker.com/get-started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560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651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deployment guide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035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fastapi.tiangolo.com/deployment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03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794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documentation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4178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docs.github.com/en/actions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846320"/>
            <a:ext cx="7251192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772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77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937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host free in 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5321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snapdeploy.dev/blog/free-cloud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no course can teach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course exists for this one, and anything claiming otherwise is selling something. You learn it by taking on work someone else genuinely depends on.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841248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walls. No paid tiers.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251192" cy="1280160"/>
          </a:xfrm>
          <a:prstGeom prst="roundRect">
            <a:avLst>
              <a:gd name="adj" fmla="val 4286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50876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First Issue — find real work to own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9280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goodfirstissue.dev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880360"/>
            <a:ext cx="7251192" cy="1280160"/>
          </a:xfrm>
          <a:prstGeom prst="roundRect">
            <a:avLst>
              <a:gd name="adj" fmla="val 4286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3044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971800"/>
            <a:ext cx="633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Timers Only — beginner-friendly contributions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355848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firsttimersonly.com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Work Through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order — each skill builds on groundwork the last one laid.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first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“Building Effective AI Agents” + Hamel Husain's evals post — no code yet, just the mental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small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9184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agent (Orchestration) that answers questions over your own docs (RAG), scored by a simple eval 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29184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Docker, automate with GitHub Actions, deploy free — make it a real, reachable URL.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4108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69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something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329184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issue on goodfirstissue.dev or firsttimersonly.com that someone else is waiting on.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Roadmap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course teaches all five.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Evals, Orchestration, RAG, and Deployment by doing them — and you build Ownership by being the one something depends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Evals. Read before you code.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2026-09-14T12:52:47Z</dcterms:created>
  <dcterms:modified xsi:type="dcterms:W3CDTF">2026-09-14T12:52:47Z</dcterms:modified>
</cp:coreProperties>
</file>